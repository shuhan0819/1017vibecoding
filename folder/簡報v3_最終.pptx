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 年度營運報告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3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董事會簡報（教學用虛構資料）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 營運亮點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383280" cy="2560320"/>
          </a:xfrm>
          <a:prstGeom prst="roundRect">
            <a:avLst>
              <a:gd name="adj" fmla="val 5357"/>
            </a:avLst>
          </a:prstGeom>
          <a:solidFill>
            <a:srgbClr val="F4F6FA"/>
          </a:solidFill>
          <a:ln w="12700">
            <a:solidFill>
              <a:srgbClr val="D2D8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12.85 億元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F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全年營收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80560" y="1737360"/>
            <a:ext cx="3383280" cy="2560320"/>
          </a:xfrm>
          <a:prstGeom prst="roundRect">
            <a:avLst>
              <a:gd name="adj" fmla="val 5357"/>
            </a:avLst>
          </a:prstGeom>
          <a:solidFill>
            <a:srgbClr val="F4F6FA"/>
          </a:solidFill>
          <a:ln w="12700">
            <a:solidFill>
              <a:srgbClr val="D2D8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21031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年增 18.6%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32004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F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營收成長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0" y="1737360"/>
            <a:ext cx="3383280" cy="2560320"/>
          </a:xfrm>
          <a:prstGeom prst="roundRect">
            <a:avLst>
              <a:gd name="adj" fmla="val 5357"/>
            </a:avLst>
          </a:prstGeom>
          <a:solidFill>
            <a:srgbClr val="F4F6FA"/>
          </a:solidFill>
          <a:ln w="12700">
            <a:solidFill>
              <a:srgbClr val="D2D8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21031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32.4%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2004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F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主要財務指標（千元）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463040"/>
          <a:ext cx="94183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333F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營業收入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333F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1,285,000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333F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1,121,000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333F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營業毛利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333F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416,340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333F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337,420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333F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營業利益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333F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168,200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333F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108,320</a:t>
                      </a:r>
                      <a:endParaRPr lang="en-US" sz="2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2026-10-09T09:40:10Z</dcterms:created>
  <dcterms:modified xsi:type="dcterms:W3CDTF">2026-10-09T09:40:10Z</dcterms:modified>
</cp:coreProperties>
</file>